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0" r:id="rId7"/>
    <p:sldId id="264" r:id="rId8"/>
    <p:sldId id="26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드로잉 퍼즐 플랫포머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955448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드로잉 퍼즐 플랫포머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길을 만든다.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r>
                        <a:rPr lang="en-US" altLang="ko-KR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많이</a:t>
                      </a:r>
                      <a:endParaRPr lang="en-US" sz="1200" dirty="0">
                        <a:solidFill>
                          <a:srgbClr val="2B2118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잉크병에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데려가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정화한다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679667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슈퍼 레인보우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(Wii, 2015)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앤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</a:t>
                      </a: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매직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</a:t>
                      </a:r>
                      <a:r>
                        <a:rPr lang="en-US" altLang="ko-KR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 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동안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물체에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중력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코인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검은색 구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 수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5885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멈출 수 있는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색마다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따라오는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데려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멈춘 순간 어떤 색을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그릴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곧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: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선을 그리고 </a:t>
            </a: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물리로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5387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65387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89415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89415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43123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</a:rPr>
              <a:t>전략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9719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IP·모바일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단조로움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스테이지마다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로운 색과 장치들을 조합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진행 흐름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선에 물리법칙이 적용 된다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r>
              <a:rPr lang="en-US" sz="1300" dirty="0" err="1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어디에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어떻게 그릴까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면서 별을 획득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잠든 물방울들을 깨워서 합류 시키고 별을 획득하러 같이 이동한다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r>
              <a:rPr lang="ko-KR" alt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퍼즐을 풀어 벽을 획득</a:t>
            </a: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검은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도착하면 물방울들이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차례로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뛰어들고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정화돼서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439583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n/3,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n%.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3개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정화 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목표로 다시 도전한다</a:t>
            </a:r>
            <a:r>
              <a:rPr lang="en-US" altLang="ko-KR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진행하다 멈춰서 설계하는 전략</a:t>
            </a:r>
            <a:r>
              <a:rPr lang="en-US" altLang="ko-KR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</a:t>
            </a: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선</a:t>
            </a:r>
            <a:r>
              <a:rPr lang="ko-KR" alt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의 물리 반응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도착해도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하지만 많이 데려갈수록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맑</a:t>
            </a:r>
            <a:r>
              <a:rPr lang="ko-KR" alt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아지고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보상이 늘어난다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36219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</a:t>
            </a:r>
            <a:r>
              <a:rPr lang="en-US" sz="1700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물방울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0929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431234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투사체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변형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901</Words>
  <Application>Microsoft Office PowerPoint</Application>
  <PresentationFormat>와이드스크린</PresentationFormat>
  <Paragraphs>164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 : 선을 그리고 물리로 움직이는 게임은 꾸준히 팔렸다</vt:lpstr>
      <vt:lpstr>진행 흐름</vt:lpstr>
      <vt:lpstr>핵심 재미 네 가지</vt:lpstr>
      <vt:lpstr>데모 스테이지 3개</vt:lpstr>
      <vt:lpstr>개발 현황과 앞으로 필요한 것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18</cp:revision>
  <dcterms:created xsi:type="dcterms:W3CDTF">2026-10-22T05:47:50Z</dcterms:created>
  <dcterms:modified xsi:type="dcterms:W3CDTF">2026-10-23T01:39:25Z</dcterms:modified>
</cp:coreProperties>
</file>