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그리기 퍼즐 액션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759977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그리기 퍼즐 액션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그림으로만 길을 만든다. 물방울은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최대한 많이 검은 잉크병에 데려가 정화한다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679667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슈퍼 레인보우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(Wii, 2015)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앤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</a:t>
                      </a: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매직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</a:t>
                      </a:r>
                      <a:r>
                        <a:rPr lang="en-US" altLang="ko-KR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 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동안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물체에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중력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코인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검은색 구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 수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5885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멈출 수 있는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색마다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따라오는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데려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멈춘 순간 어떤 색을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그릴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곧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: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선을 그리고 </a:t>
            </a: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물리로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</a:rPr>
              <a:t>전략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IP·모바일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단조로움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스테이지마다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로운 색과 장치들을 조합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걸으며 그릴 곳과 멈춰서 설계할 곳을 고르는 것이 전략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 선이 진짜 물체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도착해도 클리어. 하지만 많이 데려갈수록 잉크병이 맑아진다. 함께 튕겨 오르는 장면이 보상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262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스스로 걷는 물방울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진행 흐름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재생하면 선이 떨어진다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"어디에 걸칠까"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움직이는 무리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대열이 주인공 발자국을 따라 함께 튕기고, 잠든 물방울을 깨운다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"다 따라올까"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닿으면 대열이 차례로 뛰어들고 병이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 과 정화 %. 더 많이, 별 3개를 노려 다시 한다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줄은 그 단계에서 플레이어가 하는 생각. 스크린샷은 모두 실제 데모 화면 (데모 3 정석 루트).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물감 5색: 색마다 다른 물리 성질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4" name="Image 0" descr="D:\stopsketch\stopsketch\assets\in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162" y="1508760"/>
            <a:ext cx="822960" cy="1097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검정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기본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떨어져 걸쳐지는 다리 · 가시 덮개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13243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0" name="Image 1" descr="D:\stopsketch\stopsketch\assets\in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65" y="1508760"/>
            <a:ext cx="82296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96123" y="146304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96123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996123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빨강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튕김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041843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밟으면 선과 수직으로 튕김. 세워 그리면 옆으로 튕기고 방향이 바뀜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77846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6" name="Image 2" descr="D:\stopsketch\stopsketch\assets\in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4368" y="1508760"/>
            <a:ext cx="822960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260726" y="146304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60726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260726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파랑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가속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306446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밟는 동안 · 내린 뒤 잠시 빨라짐. 가파른 비탈도 오른다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342449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2" name="Image 3" descr="D:\stopsketch\stopsketch\assets\in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8971" y="1508760"/>
            <a:ext cx="822960" cy="10972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525329" y="146304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25329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525329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초록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떠오름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71049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떨어지지 않고 천천히 떠올라 닿으면 멈춤. 무리를 태우는 엘리베이터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607052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8" name="Image 4" descr="D:\stopsketch\stopsketch\assets\ink_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3574" y="1508760"/>
            <a:ext cx="822960" cy="109728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9789932" y="146304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789932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9789932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노랑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지우기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35652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칠한 자리의 결정 막대를 지운다. 길을 막던 벽·우리를 연다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48640" y="46634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2960" y="46634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선은 떨어진다 (초록 제외)   ·   우클릭으로 빨아들이면 잉크를 전부 돌려받는다   ·   시간 정지 중엔 물방울 · 지우개 · 발사기 모두 멈춘다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데려가는 길: 대열 · 정화 · 장애물</a:t>
            </a:r>
            <a:endParaRPr lang="en-US" sz="2800" dirty="0"/>
          </a:p>
        </p:txBody>
      </p:sp>
      <p:pic>
        <p:nvPicPr>
          <p:cNvPr id="3" name="Image 0" descr="D:\stopsketch\데모제출\2_대표이미지\05_같은색_빨강으로_포탄막고_튕겨나오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852160" cy="3291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5852160" cy="329184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8114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데모 화면 · 빨강 포탄을 같은 색 빨강 삼각형으로 막고, 대열 6마리와 튕겨 나오는 순간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720840" y="1234440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399032"/>
            <a:ext cx="201168" cy="20116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0" y="13258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0020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깨운 물방울은 주인공 발자국을 따라 줄지어 걷는다. 밀리면 이탈, 다시 닿으면 합류. 발밑이 사라져도 대열에 남아 떨어졌다 복귀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130552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295144"/>
            <a:ext cx="201168" cy="201168"/>
          </a:xfrm>
          <a:prstGeom prst="ellipse">
            <a:avLst/>
          </a:prstGeom>
          <a:solidFill>
            <a:srgbClr val="7FC8DC"/>
          </a:solidFill>
          <a:ln w="12700">
            <a:solidFill>
              <a:srgbClr val="7FC8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23760" y="222199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4963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검은 잉크병에 닿으면 클리어. 데려간 비율만큼 병이 맑아진다 (정화 %)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3191256"/>
            <a:ext cx="201168" cy="20116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23760" y="3118104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392424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투사체는 같은 색 선으로만 막힌다. 주인공이 맞으면 실패, 작은 물방울은 잃는다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20840" y="3922776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903720" y="4087368"/>
            <a:ext cx="201168" cy="20116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0" y="4014216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· 틈 · 결정 막대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288536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선으로 덮고, 다리를 놓고, 노랑으로 지운다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720840" y="4818888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03720" y="4983480"/>
            <a:ext cx="201168" cy="201168"/>
          </a:xfrm>
          <a:prstGeom prst="ellipse">
            <a:avLst/>
          </a:prstGeom>
          <a:solidFill>
            <a:srgbClr val="7B6B57"/>
          </a:solidFill>
          <a:ln w="12700">
            <a:solidFill>
              <a:srgbClr val="7B6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0" y="4910328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518464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 문지르며 따라온다. 멈추면 지우개도 멈춘다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3개: 색과 장치를 하나씩 늘린다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스테이지는 레벨 툴로 직접 제작. 스테이지 3 은 정석 풀이로 별 3 · 정화 100% 를 확인 (물리 시뮬레이션)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· 세운 빨강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37160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투사체 변형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데모는 1인 기획·검수 + Claude Code 구현으로 제작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이제 직접 보여 드릴게요</a:t>
            </a:r>
            <a:endParaRPr lang="en-US" sz="2800" dirty="0"/>
          </a:p>
        </p:txBody>
      </p:sp>
      <p:pic>
        <p:nvPicPr>
          <p:cNvPr id="3" name="Image 0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1234440"/>
            <a:ext cx="6035040" cy="33947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08015" y="1234440"/>
            <a:ext cx="6035040" cy="339471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 볼 것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75564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 그리기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시간을 멈추고, 색을 골라 길을 그린다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8529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선이 떨어진다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2461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그린 선이 떨어져 걸쳐지고, 색마다 튕기고 · 빨라지고 · 떠오른다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395020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무리가 따라온다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3434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물방울들이 줄지어 함께 움직이고, 검은 잉크병이 맑아진다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실행: HTML 한 파일 (Chrome) · 설치 없음      조작: 드래그 그리기 · 스페이스 정지 · 우클릭 빨아들이기 · 1~5 물감 · 휠 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1229</Words>
  <Application>Microsoft Office PowerPoint</Application>
  <PresentationFormat>와이드스크린</PresentationFormat>
  <Paragraphs>211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 : 선을 그리고 물리로 움직이는 게임은 꾸준히 팔렸다</vt:lpstr>
      <vt:lpstr>핵심 재미 네 가지</vt:lpstr>
      <vt:lpstr>진행 흐름</vt:lpstr>
      <vt:lpstr>물감 5색: 색마다 다른 물리 성질</vt:lpstr>
      <vt:lpstr>무리를 데려가는 길: 대열 · 정화 · 장애물</vt:lpstr>
      <vt:lpstr>데모 스테이지 3개: 색과 장치를 하나씩 늘린다</vt:lpstr>
      <vt:lpstr>개발 현황과 앞으로 필요한 것</vt:lpstr>
      <vt:lpstr>이제 직접 보여 드릴게요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10</cp:revision>
  <dcterms:created xsi:type="dcterms:W3CDTF">2026-10-22T05:47:50Z</dcterms:created>
  <dcterms:modified xsi:type="dcterms:W3CDTF">2026-10-22T07:32:17Z</dcterms:modified>
</cp:coreProperties>
</file>