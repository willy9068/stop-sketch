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0" r:id="rId7"/>
    <p:sldId id="264" r:id="rId8"/>
    <p:sldId id="265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949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스톱 앤 스케치 (가제) · 신규 개발 제안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개발 제안 · HTML5 플레이어블 데모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스톱 앤 스케치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Stop &amp; Sketch (가제)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004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그리고,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모두 데려가자.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그리기 퍼즐 액션 · 물방울 무리 이끌기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데모 스테이지 3개 · 2026-10-23</a:t>
            </a:r>
            <a:endParaRPr lang="en-US" sz="12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69DB60E-12B2-4C62-9399-DFA58508D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73" y="1129805"/>
            <a:ext cx="7339718" cy="41279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개요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984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CONCEPT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시간을 멈추고 색 물감으로 길을 그려, 스스로 걷는 물방울 무리를 검은 잉크병까지 데려간다.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955448"/>
              </p:ext>
            </p:extLst>
          </p:nvPr>
        </p:nvGraphicFramePr>
        <p:xfrm>
          <a:off x="222687" y="2286000"/>
          <a:ext cx="5593742" cy="2792896"/>
        </p:xfrm>
        <a:graphic>
          <a:graphicData uri="http://schemas.openxmlformats.org/drawingml/2006/table">
            <a:tbl>
              <a:tblPr/>
              <a:tblGrid>
                <a:gridCol w="1017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6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 그리기 퍼즐 액션 (2D 횡스크롤)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그림으로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길을 만든다. 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물방울은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스스로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걷고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벽에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도달하면 뒤로 돈다</a:t>
                      </a:r>
                      <a:r>
                        <a:rPr lang="en-US" altLang="ko-KR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주인공이 깨운 작은 물방울들을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최대한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많이</a:t>
                      </a:r>
                      <a:endParaRPr lang="en-US" sz="1200" dirty="0">
                        <a:solidFill>
                          <a:srgbClr val="2B2118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잉크병에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데려가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정화한다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드래그 =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스페이스 = 시간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우클릭 = 선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빨아들이기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1~5 = 물감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1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웹 (HTML 한 파일, 설치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004357" y="5669280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 err="1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</a:t>
            </a: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멈추고(파란 테두리) </a:t>
            </a:r>
            <a:r>
              <a:rPr lang="ko-KR" alt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선을 그리는 장면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73A5EB9-7ED5-4B98-902B-E5076AEC1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57" y="2286000"/>
            <a:ext cx="5964956" cy="33280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레퍼런스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게임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679667"/>
              </p:ext>
            </p:extLst>
          </p:nvPr>
        </p:nvGraphicFramePr>
        <p:xfrm>
          <a:off x="548640" y="1234440"/>
          <a:ext cx="11091672" cy="3054096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커비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슈퍼 레인보우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(Wii, 2015)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Lineguard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(웹, 2026 공개)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맥스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앤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 </a:t>
                      </a: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매직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마커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(PC, 2010)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 앤 스케치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캐릭터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달리기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조종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</a:t>
                      </a:r>
                      <a:r>
                        <a:rPr lang="en-US" altLang="ko-KR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 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(주인공 + 따라오는 물방울)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동안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동안 느려짐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멈춤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(횟수 제한 없음)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멈춤 · 스테이지당 횟수 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선·물감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곧 사라짐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5종 물리 성질, 몇 초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지속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그린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물체에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중력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5색 물리 성질 · 떨어지는 물체 · 빨아들여 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코인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 거리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검은색 구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물방울 수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Shape 1"/>
          <p:cNvSpPr/>
          <p:nvPr/>
        </p:nvSpPr>
        <p:spPr>
          <a:xfrm>
            <a:off x="548640" y="457200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58855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차별성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010912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익숙한 재미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멈출 수 있는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색마다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물리 성질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얹고, 한 마리가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따라오는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물방울들을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데려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멈춘 순간 어떤 색을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그릴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지가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곧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물방울들의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운명이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시장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: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선을 그리고 </a:t>
            </a: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물리로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움직이는 게임은 꾸준히 팔렸다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5387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약 130만 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커비 캔버스 커스 + 후속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1편 약 72만 · 후속 약 58만 (추정)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6616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65387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350만 장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Drawn to Life 시리즈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그린 것이 게임 속 물체가 되는 플랫포머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89415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66만 다운로드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 a Stickman: EPIC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한 달 (개발사 발표)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389415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55.7만 평가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Love Balls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평가 수 · "선을 그리면 물리로"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20840" y="1234440"/>
            <a:ext cx="492221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143123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</a:rPr>
              <a:t>전략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1719072"/>
            <a:ext cx="4373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장면은 설명 없이 바로 통하고, 숏폼으로 퍼지기 좋다. 여기에 멈춤 · 색 성질 · 무리를 얹어 짧은 판을 반복하는 PC 캐주얼 퍼즐로 간다.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200400"/>
            <a:ext cx="4922215" cy="2468880"/>
          </a:xfrm>
          <a:prstGeom prst="roundRect">
            <a:avLst>
              <a:gd name="adj" fmla="val 296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339719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3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대응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3685032"/>
            <a:ext cx="4373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성과는 2005~2012년 작품과 닌텐도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IP·모바일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시장의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PC·웹 신작(Draw · Inkrunner · Lineguard)은 평가는 좋지만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최근작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들의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약점은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단조로움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스테이지마다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새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로운 색과 장치들을 조합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진행 흐름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439583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멈추고 그리기</a:t>
            </a:r>
            <a:endParaRPr lang="en-US" sz="1400" dirty="0"/>
          </a:p>
        </p:txBody>
      </p:sp>
      <p:pic>
        <p:nvPicPr>
          <p:cNvPr id="6" name="Image 0" descr="D:\stopsketch\데모제출\2_대표이미지\01_시간정지_색골라그리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2602154" cy="14637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멈추고 색을 골라 그린다.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선에 물리법칙이 적용 된다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</a:t>
            </a:r>
            <a:r>
              <a:rPr lang="en-US" sz="1300" dirty="0" err="1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어디에</a:t>
            </a: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</a:t>
            </a:r>
            <a:r>
              <a:rPr lang="ko-KR" alt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어떻게 그릴까</a:t>
            </a: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79394" y="137160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79394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90874" y="1439583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</a:t>
            </a:r>
            <a:r>
              <a:rPr lang="ko-KR" alt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면서 별을 획득</a:t>
            </a:r>
            <a:endParaRPr lang="en-US" sz="1400" dirty="0"/>
          </a:p>
        </p:txBody>
      </p:sp>
      <p:pic>
        <p:nvPicPr>
          <p:cNvPr id="14" name="Image 1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394" y="1828800"/>
            <a:ext cx="2602154" cy="146371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379394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79394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잠든 물방울들을 깨워서 합류 시키고 별을 획득하러 같이 이동한다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379394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379394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</a:t>
            </a:r>
            <a:r>
              <a:rPr lang="ko-KR" alt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퍼즐을 풀어 벽을 획득</a:t>
            </a: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10148" y="137160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0148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621628" y="1439583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검은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잉크병에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데려가기</a:t>
            </a:r>
            <a:endParaRPr lang="en-US" sz="1400" dirty="0"/>
          </a:p>
        </p:txBody>
      </p:sp>
      <p:pic>
        <p:nvPicPr>
          <p:cNvPr id="22" name="Image 2" descr="D:\stopsketch\데모제출\2_대표이미지\07_검은잉크병_정화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148" y="1828800"/>
            <a:ext cx="2602154" cy="146371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210148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10148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도착하면 물방울들이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차례로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뛰어들고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정화돼서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맑아진다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210148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210148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"몇 마리나 왔지"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40901" y="137160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040901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452381" y="1439583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· 재도전</a:t>
            </a:r>
            <a:endParaRPr lang="en-US" sz="1400" dirty="0"/>
          </a:p>
        </p:txBody>
      </p:sp>
      <p:pic>
        <p:nvPicPr>
          <p:cNvPr id="30" name="Image 3" descr="D:\stopsketch\데모제출\2_대표이미지\08_결과창_별3_정화1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0901" y="1828800"/>
            <a:ext cx="2602154" cy="146371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9040901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9040901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</a:t>
            </a:r>
            <a:r>
              <a:rPr lang="en-US" altLang="ko-KR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n/3,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정화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n%.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3개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정화 </a:t>
            </a:r>
            <a:r>
              <a:rPr lang="en-US" altLang="ko-KR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목표로 다시 도전한다</a:t>
            </a:r>
            <a:r>
              <a:rPr lang="en-US" altLang="ko-KR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9040901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9040901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"한 번 더"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핵심 재미 네 가지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어디서 멈출까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 완전히 멈출 수 있는 횟수가 정해져 있다.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진행하다 멈춰서 설계하는 전략</a:t>
            </a:r>
            <a:r>
              <a:rPr lang="en-US" altLang="ko-KR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824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9424" y="160020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942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색마다 다른 성질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9424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 · 빨강 튕김 · 파랑 가속 · 초록 엘리베이터 · 노랑 지우개. 상황에 맞는 성질을 골라 쓴다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1608" y="160020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그린</a:t>
            </a: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선</a:t>
            </a:r>
            <a:r>
              <a:rPr lang="ko-KR" alt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의 물리 반응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선은 떨어지고 걸쳐진다. "어디에 걸쳐야 버틸까"를 생각하고, 다 쓴 선은 빨아들여 다시 쓴다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75191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3791" y="1600200"/>
            <a:ext cx="384048" cy="384048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03791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03791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지키는 긴장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주인공만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도착해도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하지만 많이 데려갈수록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맑</a:t>
            </a:r>
            <a:r>
              <a:rPr lang="ko-KR" alt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아지고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 보상이 늘어난다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36219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r>
              <a:rPr 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색을 골라 그린 길로, </a:t>
            </a:r>
            <a:r>
              <a:rPr lang="en-US" sz="1700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물방울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무리를 최대한 많이 데려간다.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데모 스테이지 3개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92224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빨강 · 파랑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다리로 틈 건너기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빨강으로 튕겨 벽 넘기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구덩이를 선으로 덮기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파랑으로 가파른 비탈 오르기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3458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27778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2777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0698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27778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20386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994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97042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초록 · 노랑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27778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 엘리베이터로 구덩이 탈출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노랑으로 결정 막대 지우기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U자 초록 컵으로 공중 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되돌아오지 못하게 막는 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27778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8277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32597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32597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935517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3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432597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25205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17813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10421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03029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87077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5색 모두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32597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 3개를 같은 색으로 막기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 + 빨강으로 절벽 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떨어지며 물방울 · 정지 +1 줍기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통로 · 공중 물방울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10 · 별 3</a:t>
            </a:r>
            <a:endParaRPr lang="en-US" sz="12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개발 현황과 앞으로 필요한 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669280" cy="4572000"/>
          </a:xfrm>
          <a:prstGeom prst="roundRect">
            <a:avLst>
              <a:gd name="adj" fmla="val 1600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0929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4일 (2026-10-19 ~ 22)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24128" y="1965960"/>
            <a:ext cx="0" cy="3291840"/>
          </a:xfrm>
          <a:prstGeom prst="line">
            <a:avLst/>
          </a:prstGeom>
          <a:noFill/>
          <a:ln w="25400">
            <a:solidFill>
              <a:srgbClr val="D8C8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8288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10-19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828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 버전: 자동 달리기 · 선 물리 · 완전 정지 · 색 3종 · 레벨 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7889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25880" y="27432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743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 무리 방식으로 전환: 떨어지는 선 · 빨아들이기 · 5색 · 대열 · 정화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57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36576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 확장 · UI 글자 툴 · 비탈 규칙 · 일시 정지 · 스테이지 1·2 제작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617720"/>
            <a:ext cx="219456" cy="219456"/>
          </a:xfrm>
          <a:prstGeom prst="ellipse">
            <a:avLst/>
          </a:prstGeom>
          <a:solidFill>
            <a:srgbClr val="1F6FE0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45720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4572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발사기(색 투사체)  · 스테이지 3 제작 · 플레이 테스트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1234440"/>
            <a:ext cx="5150815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1431234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인력 (가안)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180136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레벨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퍼즐 스테이지 설계를 겸함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66560" y="22860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230428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물리 · 무리 이동 · 레벨 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280720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· UI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손그림 아트 · 연출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3611880"/>
            <a:ext cx="5150815" cy="2194560"/>
          </a:xfrm>
          <a:prstGeom prst="roundRect">
            <a:avLst>
              <a:gd name="adj" fmla="val 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374904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A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스테이지 · 장치 늘리기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114800"/>
            <a:ext cx="46021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툴로 스테이지를 늘리고, 색 조합 퍼즐을 다양하게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장치 검토: 체크포인트 · 새 프랍 · 색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투사체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변형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atang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901</Words>
  <Application>Microsoft Office PowerPoint</Application>
  <PresentationFormat>와이드스크린</PresentationFormat>
  <Paragraphs>164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Malgun Gothic</vt:lpstr>
      <vt:lpstr>Malgun Gothic</vt:lpstr>
      <vt:lpstr>Batang</vt:lpstr>
      <vt:lpstr>Arial</vt:lpstr>
      <vt:lpstr>Office Theme</vt:lpstr>
      <vt:lpstr>PowerPoint 프레젠테이션</vt:lpstr>
      <vt:lpstr>개요</vt:lpstr>
      <vt:lpstr>레퍼런스 게임</vt:lpstr>
      <vt:lpstr>시장 : 선을 그리고 물리로 움직이는 게임은 꾸준히 팔렸다</vt:lpstr>
      <vt:lpstr>진행 흐름</vt:lpstr>
      <vt:lpstr>핵심 재미 네 가지</vt:lpstr>
      <vt:lpstr>데모 스테이지 3개</vt:lpstr>
      <vt:lpstr>개발 현황과 앞으로 필요한 것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스톱 앤 스케치 (가제) 신규 개발 제안</dc:title>
  <dc:subject>PptxGenJS Presentation</dc:subject>
  <dc:creator>PptxGenJS</dc:creator>
  <cp:lastModifiedBy>Gravity</cp:lastModifiedBy>
  <cp:revision>18</cp:revision>
  <dcterms:created xsi:type="dcterms:W3CDTF">2026-10-22T05:47:50Z</dcterms:created>
  <dcterms:modified xsi:type="dcterms:W3CDTF">2026-10-23T01:39:25Z</dcterms:modified>
</cp:coreProperties>
</file>