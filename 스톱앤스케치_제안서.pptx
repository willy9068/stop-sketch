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스톱 앤 스케치 (가제) · 신규 개발 제안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stopsketch\데모제출\2_대표이미지\03_파랑빨강으로_절벽뛰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2255" y="1474470"/>
            <a:ext cx="6949440" cy="39090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개발 제안 · HTML5 플레이어블 데모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002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스톱 앤 스케치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7B6B5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Stop &amp; Sketch (가제)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004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멈추고, 그리고,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모두 데려가자.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54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 그리기 퍼즐 액션 · 물방울 무리 이끌기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데모 스테이지 3개 · 2026-10-22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242255" y="545668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오른쪽 그림: 실제 데모 화면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한눈에 보는 게임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984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 CONCEPT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5448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시간을 멈추고 색 물감으로 길을 그려, 스스로 걷는 물방울 무리를 검은 잉크병까지 데려간다.</a:t>
            </a:r>
            <a:endParaRPr lang="en-US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6035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4937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물리 그리기 퍼즐 액션 (2D 횡스크롤)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플레이어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그림으로만 길을 만든다. 물방울은 스스로 걷고 벽에서 뒤로 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주인공이 깨운 작은 물방울들을 최대한 많이 검은 잉크병에 데려가 정화한다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드래그 = 그리기 · 스페이스 = 시간 정지 · 우클릭 = 선 빨아들이기 · 1~5 = 물감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PC 웹 (HTML 한 파일, 설치 없음). 정식 플랫폼·가격은 미정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스테이지 3개 · 물감 5색 · 발사기·가시·결정 막대 · 레벨 툴로 제작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7" name="Image 0" descr="D:\stopsketch\데모제출\2_대표이미지\01_시간정지_색골라그리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2331720"/>
            <a:ext cx="4736592" cy="2664333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903720" y="2331720"/>
            <a:ext cx="4736592" cy="2664333"/>
          </a:xfrm>
          <a:prstGeom prst="rect">
            <a:avLst/>
          </a:prstGeom>
          <a:ln w="12700">
            <a:solidFill>
              <a:srgbClr val="D8C8A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903720" y="5050917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데모 화면 · 시간을 멈추고(파란 테두리) 발사기 앞에 빨강·검정을 그려 둔 순간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레퍼런스: 그린 대로 움직이는 게임, 그리고 우리가 다른 점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240280"/>
                <a:gridCol w="2240280"/>
                <a:gridCol w="2240280"/>
                <a:gridCol w="32278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커비 캔버스 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(DS, 2005)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Lineguard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(웹, 2026 공개)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맥스 앤 더 매직 마커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(PC, 2010)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스톱 앤 스케치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캐릭터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이동 1명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달리기 1명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조종 1명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 걷는 무리 (주인공 + 따라오는 물방울)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그리는 동안 흐름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그리는 동안 느려짐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멈춤 (횟수 제한 없음)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완전히 멈춤 · 스테이지당 횟수 제한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선·물감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1종, 곧 사라짐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 물리 성질, 몇 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1종, 그린 물체에 중력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5색 물리 성질 · 떨어지는 물체 · 빨아들여 회수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6F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도착 · 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B211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데려간 비율만큼 잉크병이 맑아짐 (정화 %) · 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8A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D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57200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차별성의 핵심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010912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"그린 대로 움직인다"는 익숙한 재미 위에 </a:t>
            </a:r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완전히 멈출 수 있는 횟수</a:t>
            </a:r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색마다 다른 물리 성질</a:t>
            </a:r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얹고, 한 마리가 아니라 </a:t>
            </a:r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따라오는 무리</a:t>
            </a:r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데려가게 했다. 멈춘 순간 어떤 색을 어디에 걸칠지가 곧 무리 전체의 운명이 된다.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시장: 그린 선이 물리로 움직이는 게임은 꾸준히 팔렸다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031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약 130만 장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커비 캔버스 커스 + 후속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1편 약 72만 · 후속 약 58만 (추정)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23444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94760" y="155448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6FE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350만 장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Drawn to Life 시리즈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그린 것이 게임 속 물체가 되는 플랫포머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A6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66만 다운로드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Draw a Stickman: EPIC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937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한 달 (개발사 발표)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66160" y="34747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794760" y="3794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9A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55.7만 평가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45720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Love Balls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4937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평가 수 · "선을 그리면 물리로"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20840" y="1234440"/>
            <a:ext cx="4922215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위치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1719072"/>
            <a:ext cx="43735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"그린 대로 움직인다"는 장면은 설명 없이 바로 통하고, 숏폼으로 퍼지기 좋다. 여기에 멈춤 · 색 성질 · 무리를 얹어 짧은 판을 반복하는 PC 캐주얼 퍼즐로 간다.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3200400"/>
            <a:ext cx="4922215" cy="2468880"/>
          </a:xfrm>
          <a:prstGeom prst="roundRect">
            <a:avLst>
              <a:gd name="adj" fmla="val 296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9516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31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대응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685032"/>
            <a:ext cx="43735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성과는 2005~2012년 작품과 닌텐도 IP·모바일 무료 시장의 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PC·웹 신작(Draw · Inkrunner · Lineguard)은 평가는 좋지만 규모가 작거나 아직 모름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최근작의 약점은 단조로움 → 스테이지마다 새 색·장치를 하나씩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판매량은 추정치가 섞여 있음 (조사 2026-10-19, 첨부 레퍼런스 성과 조사표)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핵심 재미 네 가지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567864" cy="2926080"/>
          </a:xfrm>
          <a:prstGeom prst="roundRect">
            <a:avLst>
              <a:gd name="adj" fmla="val 2849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384048" cy="384048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어디서 멈출까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완전히 멈출 수 있는 횟수가 정해져 있다. 걸으며 그릴 곳과 멈춰서 설계할 곳을 고르는 것이 전략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90824" y="1325880"/>
            <a:ext cx="2567864" cy="2926080"/>
          </a:xfrm>
          <a:prstGeom prst="roundRect">
            <a:avLst>
              <a:gd name="adj" fmla="val 2849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9424" y="1600200"/>
            <a:ext cx="384048" cy="384048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942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19424" y="2148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색마다 다른 성질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9424" y="26974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다리 · 빨강 튕김 · 파랑 가속 · 초록 엘리베이터 · 노랑 지우개. 상황에 맞는 성질을 골라 쓴다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33008" y="1325880"/>
            <a:ext cx="2567864" cy="2926080"/>
          </a:xfrm>
          <a:prstGeom prst="roundRect">
            <a:avLst>
              <a:gd name="adj" fmla="val 2849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1608" y="1600200"/>
            <a:ext cx="384048" cy="384048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160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61608" y="2148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그린 선이 진짜 물체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61608" y="26974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선은 떨어지고 걸쳐진다. "어디에 걸쳐야 버틸까"를 생각하고, 다 쓴 선은 빨아들여 다시 쓴다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075191" y="1325880"/>
            <a:ext cx="2567864" cy="2926080"/>
          </a:xfrm>
          <a:prstGeom prst="roundRect">
            <a:avLst>
              <a:gd name="adj" fmla="val 2849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03791" y="1600200"/>
            <a:ext cx="384048" cy="384048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303791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303791" y="2148840"/>
            <a:ext cx="2110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무리를 지키는 긴장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03791" y="26974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주인공만 도착해도 클리어. 하지만 많이 데려갈수록 잉크병이 맑아진다. 함께 튕겨 오르는 장면이 보상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5262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52628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줄로   </a:t>
            </a:r>
            <a:pPr indent="0" marL="0">
              <a:buNone/>
            </a:pPr>
            <a:r>
              <a:rPr lang="en-US" sz="17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멈추고, 색을 골라 그린 길로, 스스로 걷는 물방울 무리를 최대한 많이 데려간다.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한 판의 흐름: 읽고, 멈춰 그리고, 지켜보고, 데려간다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9184" cy="329184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389888"/>
            <a:ext cx="21906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멈추고 그리기</a:t>
            </a:r>
            <a:endParaRPr lang="en-US" sz="1400" dirty="0"/>
          </a:p>
        </p:txBody>
      </p:sp>
      <p:pic>
        <p:nvPicPr>
          <p:cNvPr id="6" name="Image 0" descr="D:\stopsketch\데모제출\2_대표이미지\01_시간정지_색골라그리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2602154" cy="14637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28800"/>
            <a:ext cx="2602154" cy="1463712"/>
          </a:xfrm>
          <a:prstGeom prst="rect">
            <a:avLst/>
          </a:prstGeom>
          <a:ln w="12700">
            <a:solidFill>
              <a:srgbClr val="D8C8A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383952"/>
            <a:ext cx="26021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스페이스로 멈추고 색을 골라 그린다. 재생하면 선이 떨어진다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161192"/>
            <a:ext cx="2602154" cy="548640"/>
          </a:xfrm>
          <a:prstGeom prst="roundRect">
            <a:avLst>
              <a:gd name="adj" fmla="val 133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4161192"/>
            <a:ext cx="26021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6B5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"어디에 걸칠까"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9394" y="1371600"/>
            <a:ext cx="329184" cy="329184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79394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790874" y="1389888"/>
            <a:ext cx="21906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움직이는 무리</a:t>
            </a:r>
            <a:endParaRPr lang="en-US" sz="1400" dirty="0"/>
          </a:p>
        </p:txBody>
      </p:sp>
      <p:pic>
        <p:nvPicPr>
          <p:cNvPr id="14" name="Image 1" descr="D:\stopsketch\데모제출\2_대표이미지\06_줄지어_튕겨올라_공중물방울_깨우기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394" y="1828800"/>
            <a:ext cx="2602154" cy="146371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379394" y="1828800"/>
            <a:ext cx="2602154" cy="1463712"/>
          </a:xfrm>
          <a:prstGeom prst="rect">
            <a:avLst/>
          </a:prstGeom>
          <a:ln w="12700">
            <a:solidFill>
              <a:srgbClr val="D8C8A4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79394" y="3383952"/>
            <a:ext cx="26021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대열이 주인공 발자국을 따라 함께 튕기고, 잠든 물방울을 깨운다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3379394" y="4161192"/>
            <a:ext cx="2602154" cy="548640"/>
          </a:xfrm>
          <a:prstGeom prst="roundRect">
            <a:avLst>
              <a:gd name="adj" fmla="val 133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379394" y="4161192"/>
            <a:ext cx="26021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6B5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"다 따라올까"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210148" y="1371600"/>
            <a:ext cx="329184" cy="329184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210148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6621628" y="1389888"/>
            <a:ext cx="21906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잉크병에 데려가기</a:t>
            </a:r>
            <a:endParaRPr lang="en-US" sz="1400" dirty="0"/>
          </a:p>
        </p:txBody>
      </p:sp>
      <p:pic>
        <p:nvPicPr>
          <p:cNvPr id="22" name="Image 2" descr="D:\stopsketch\데모제출\2_대표이미지\07_검은잉크병_정화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148" y="1828800"/>
            <a:ext cx="2602154" cy="146371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210148" y="1828800"/>
            <a:ext cx="2602154" cy="1463712"/>
          </a:xfrm>
          <a:prstGeom prst="rect">
            <a:avLst/>
          </a:prstGeom>
          <a:ln w="12700">
            <a:solidFill>
              <a:srgbClr val="D8C8A4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210148" y="3383952"/>
            <a:ext cx="26021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주인공이 닿으면 대열이 차례로 뛰어들고 병이 맑아진다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210148" y="4161192"/>
            <a:ext cx="2602154" cy="548640"/>
          </a:xfrm>
          <a:prstGeom prst="roundRect">
            <a:avLst>
              <a:gd name="adj" fmla="val 133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6210148" y="4161192"/>
            <a:ext cx="26021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6B5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"몇 마리나 왔지"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9040901" y="1371600"/>
            <a:ext cx="329184" cy="329184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9040901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9452381" y="1389888"/>
            <a:ext cx="21906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· 재도전</a:t>
            </a:r>
            <a:endParaRPr lang="en-US" sz="1400" dirty="0"/>
          </a:p>
        </p:txBody>
      </p:sp>
      <p:pic>
        <p:nvPicPr>
          <p:cNvPr id="30" name="Image 3" descr="D:\stopsketch\데모제출\2_대표이미지\08_결과창_별3_정화10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0901" y="1828800"/>
            <a:ext cx="2602154" cy="1463712"/>
          </a:xfrm>
          <a:prstGeom prst="rect">
            <a:avLst/>
          </a:prstGeom>
        </p:spPr>
      </p:pic>
      <p:sp>
        <p:nvSpPr>
          <p:cNvPr id="31" name="Shape 25"/>
          <p:cNvSpPr/>
          <p:nvPr/>
        </p:nvSpPr>
        <p:spPr>
          <a:xfrm>
            <a:off x="9040901" y="1828800"/>
            <a:ext cx="2602154" cy="1463712"/>
          </a:xfrm>
          <a:prstGeom prst="rect">
            <a:avLst/>
          </a:prstGeom>
          <a:ln w="12700">
            <a:solidFill>
              <a:srgbClr val="D8C8A4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9040901" y="3383952"/>
            <a:ext cx="26021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 n/3 과 정화 %. 더 많이, 별 3개를 노려 다시 한다</a:t>
            </a:r>
            <a:endParaRPr lang="en-US" sz="1300" dirty="0"/>
          </a:p>
        </p:txBody>
      </p:sp>
      <p:sp>
        <p:nvSpPr>
          <p:cNvPr id="33" name="Shape 27"/>
          <p:cNvSpPr/>
          <p:nvPr/>
        </p:nvSpPr>
        <p:spPr>
          <a:xfrm>
            <a:off x="9040901" y="4161192"/>
            <a:ext cx="2602154" cy="548640"/>
          </a:xfrm>
          <a:prstGeom prst="roundRect">
            <a:avLst>
              <a:gd name="adj" fmla="val 133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9040901" y="4161192"/>
            <a:ext cx="26021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B6B57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"한 번 더"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548640" y="54406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줄은 그 단계에서 플레이어가 하는 생각. 스크린샷은 모두 실제 데모 화면 (데모 3 정석 루트).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물감 5색: 색마다 다른 물리 성질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036003" cy="3154680"/>
          </a:xfrm>
          <a:prstGeom prst="roundRect">
            <a:avLst>
              <a:gd name="adj" fmla="val 359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pic>
        <p:nvPicPr>
          <p:cNvPr id="4" name="Image 0" descr="D:\stopsketch\stopsketch\assets\ink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162" y="1508760"/>
            <a:ext cx="822960" cy="1097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463040"/>
            <a:ext cx="329184" cy="329184"/>
          </a:xfrm>
          <a:prstGeom prst="ellipse">
            <a:avLst/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7432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검정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 기본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4612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떨어져 걸쳐지는 다리 · 가시 덮개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813243" y="1280160"/>
            <a:ext cx="2036003" cy="3154680"/>
          </a:xfrm>
          <a:prstGeom prst="roundRect">
            <a:avLst>
              <a:gd name="adj" fmla="val 359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pic>
        <p:nvPicPr>
          <p:cNvPr id="10" name="Image 1" descr="D:\stopsketch\stopsketch\assets\ink_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765" y="1508760"/>
            <a:ext cx="822960" cy="109728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96123" y="1463040"/>
            <a:ext cx="329184" cy="329184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996123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996123" y="27432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312B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빨강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 튕김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41843" y="324612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밟으면 선과 수직으로 튕김. 세워 그리면 옆으로 튕기고 방향이 바뀜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77846" y="1280160"/>
            <a:ext cx="2036003" cy="3154680"/>
          </a:xfrm>
          <a:prstGeom prst="roundRect">
            <a:avLst>
              <a:gd name="adj" fmla="val 359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pic>
        <p:nvPicPr>
          <p:cNvPr id="16" name="Image 2" descr="D:\stopsketch\stopsketch\assets\ink_blu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368" y="1508760"/>
            <a:ext cx="822960" cy="10972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260726" y="1463040"/>
            <a:ext cx="329184" cy="329184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60726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260726" y="27432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파랑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 가속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306446" y="324612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밟는 동안 · 내린 뒤 잠시 빨라짐. 가파른 비탈도 오른다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342449" y="1280160"/>
            <a:ext cx="2036003" cy="3154680"/>
          </a:xfrm>
          <a:prstGeom prst="roundRect">
            <a:avLst>
              <a:gd name="adj" fmla="val 359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pic>
        <p:nvPicPr>
          <p:cNvPr id="22" name="Image 3" descr="D:\stopsketch\stopsketch\assets\ink_gree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971" y="1508760"/>
            <a:ext cx="822960" cy="10972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7525329" y="1463040"/>
            <a:ext cx="329184" cy="329184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525329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7525329" y="27432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655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초록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 떠오름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571049" y="324612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떨어지지 않고 천천히 떠올라 닿으면 멈춤. 무리를 태우는 엘리베이터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607052" y="1280160"/>
            <a:ext cx="2036003" cy="3154680"/>
          </a:xfrm>
          <a:prstGeom prst="roundRect">
            <a:avLst>
              <a:gd name="adj" fmla="val 359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pic>
        <p:nvPicPr>
          <p:cNvPr id="28" name="Image 4" descr="D:\stopsketch\stopsketch\assets\ink_yel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3574" y="1508760"/>
            <a:ext cx="822960" cy="109728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9789932" y="1463040"/>
            <a:ext cx="329184" cy="329184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9789932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9789932" y="2743200"/>
            <a:ext cx="167024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9A00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노랑</a:t>
            </a:r>
            <a:pPr algn="ctr" indent="0" marL="0">
              <a:buNone/>
            </a:pPr>
            <a:r>
              <a:rPr lang="en-US" sz="1800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 지우기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835652" y="3246120"/>
            <a:ext cx="15788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칠한 자리의 결정 막대를 지운다. 길을 막던 벽·우리를 연다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548640" y="46634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22960" y="46634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선은 떨어진다 (초록 제외)   ·   우클릭으로 빨아들이면 잉크를 전부 돌려받는다   ·   시간 정지 중엔 물방울 · 지우개 · 발사기 모두 멈춘다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무리를 데려가는 길: 대열 · 정화 · 장애물</a:t>
            </a:r>
            <a:endParaRPr lang="en-US" sz="2800" dirty="0"/>
          </a:p>
        </p:txBody>
      </p:sp>
      <p:pic>
        <p:nvPicPr>
          <p:cNvPr id="3" name="Image 0" descr="D:\stopsketch\데모제출\2_대표이미지\05_같은색_빨강으로_포탄막고_튕겨나오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85216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234440"/>
            <a:ext cx="5852160" cy="3291840"/>
          </a:xfrm>
          <a:prstGeom prst="rect">
            <a:avLst/>
          </a:prstGeom>
          <a:ln w="12700">
            <a:solidFill>
              <a:srgbClr val="D8C8A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5811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데모 화면 · 빨강 포탄을 같은 색 빨강 삼각형으로 막고, 대열 6마리와 튕겨 나오는 순간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720840" y="1234440"/>
            <a:ext cx="4922215" cy="786384"/>
          </a:xfrm>
          <a:prstGeom prst="roundRect">
            <a:avLst>
              <a:gd name="adj" fmla="val 9302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399032"/>
            <a:ext cx="201168" cy="201168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23760" y="1325880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대열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223760" y="160020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깨운 물방울은 주인공 발자국을 따라 줄지어 걷는다. 밀리면 이탈, 다시 닿으면 합류. 발밑이 사라져도 대열에 남아 떨어졌다 복귀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720840" y="2130552"/>
            <a:ext cx="4922215" cy="786384"/>
          </a:xfrm>
          <a:prstGeom prst="roundRect">
            <a:avLst>
              <a:gd name="adj" fmla="val 9302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2295144"/>
            <a:ext cx="201168" cy="201168"/>
          </a:xfrm>
          <a:prstGeom prst="ellipse">
            <a:avLst/>
          </a:prstGeom>
          <a:solidFill>
            <a:srgbClr val="7FC8DC"/>
          </a:solidFill>
          <a:ln w="12700">
            <a:solidFill>
              <a:srgbClr val="7FC8D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23760" y="2221992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223760" y="2496312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주인공이 검은 잉크병에 닿으면 클리어. 데려간 비율만큼 병이 맑아진다 (정화 %)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20840" y="3026664"/>
            <a:ext cx="4922215" cy="786384"/>
          </a:xfrm>
          <a:prstGeom prst="roundRect">
            <a:avLst>
              <a:gd name="adj" fmla="val 9302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3191256"/>
            <a:ext cx="201168" cy="201168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23760" y="3118104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발사기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7223760" y="3392424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투사체는 같은 색 선으로만 막힌다. 주인공이 맞으면 실패, 작은 물방울은 잃는다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20840" y="3922776"/>
            <a:ext cx="4922215" cy="786384"/>
          </a:xfrm>
          <a:prstGeom prst="roundRect">
            <a:avLst>
              <a:gd name="adj" fmla="val 9302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4087368"/>
            <a:ext cx="201168" cy="201168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223760" y="4014216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가시 · 틈 · 결정 막대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223760" y="4288536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선으로 덮고, 다리를 놓고, 노랑으로 지운다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720840" y="4818888"/>
            <a:ext cx="4922215" cy="786384"/>
          </a:xfrm>
          <a:prstGeom prst="roundRect">
            <a:avLst>
              <a:gd name="adj" fmla="val 9302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03720" y="4983480"/>
            <a:ext cx="201168" cy="201168"/>
          </a:xfrm>
          <a:prstGeom prst="ellipse">
            <a:avLst/>
          </a:prstGeom>
          <a:solidFill>
            <a:srgbClr val="7B6B57"/>
          </a:solidFill>
          <a:ln w="12700">
            <a:solidFill>
              <a:srgbClr val="7B6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223760" y="4910328"/>
            <a:ext cx="4236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지우개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7223760" y="518464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왼쪽에서 문지르며 따라온다. 멈추면 지우개도 멈춘다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데모 스테이지 3개: 색과 장치를 하나씩 늘린다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484778" cy="3429000"/>
          </a:xfrm>
          <a:prstGeom prst="roundRect">
            <a:avLst>
              <a:gd name="adj" fmla="val 21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384048" cy="384048"/>
          </a:xfrm>
          <a:prstGeom prst="ellipse">
            <a:avLst/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54480"/>
            <a:ext cx="2478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스테이지 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219456" cy="219456"/>
          </a:xfrm>
          <a:prstGeom prst="ellipse">
            <a:avLst/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5568" y="2194560"/>
            <a:ext cx="219456" cy="219456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08176" y="2194560"/>
            <a:ext cx="219456" cy="219456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792224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· 빨강 · 파랑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2651760"/>
            <a:ext cx="29361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다리로 틈 건너기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빨강으로 튕겨 벽 넘기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가시 구덩이를 선으로 덮기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파랑으로 가파른 비탈 오르기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2062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물방울 6 · 별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3458" y="1280160"/>
            <a:ext cx="3484778" cy="3429000"/>
          </a:xfrm>
          <a:prstGeom prst="roundRect">
            <a:avLst>
              <a:gd name="adj" fmla="val 21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7778" y="1554480"/>
            <a:ext cx="384048" cy="384048"/>
          </a:xfrm>
          <a:prstGeom prst="ellipse">
            <a:avLst/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2777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30698" y="1554480"/>
            <a:ext cx="2478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스테이지 2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27778" y="2194560"/>
            <a:ext cx="219456" cy="219456"/>
          </a:xfrm>
          <a:prstGeom prst="ellipse">
            <a:avLst/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20386" y="2194560"/>
            <a:ext cx="219456" cy="219456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994" y="2194560"/>
            <a:ext cx="219456" cy="219456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97042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검정 · 초록 · 노랑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27778" y="2651760"/>
            <a:ext cx="29361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 엘리베이터로 구덩이 탈출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노랑으로 결정 막대 지우기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U자 초록 컵으로 공중 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되돌아오지 못하게 막는 턱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627778" y="42062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물방울 6 · 별 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8277" y="1280160"/>
            <a:ext cx="3484778" cy="3429000"/>
          </a:xfrm>
          <a:prstGeom prst="roundRect">
            <a:avLst>
              <a:gd name="adj" fmla="val 21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32597" y="1554480"/>
            <a:ext cx="384048" cy="384048"/>
          </a:xfrm>
          <a:prstGeom prst="ellipse">
            <a:avLst/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32597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935517" y="1554480"/>
            <a:ext cx="24789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스테이지 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432597" y="2194560"/>
            <a:ext cx="219456" cy="219456"/>
          </a:xfrm>
          <a:prstGeom prst="ellipse">
            <a:avLst/>
          </a:prstGeom>
          <a:solidFill>
            <a:srgbClr val="2B2118"/>
          </a:solidFill>
          <a:ln w="12700">
            <a:solidFill>
              <a:srgbClr val="2B211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25205" y="2194560"/>
            <a:ext cx="219456" cy="219456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17813" y="2194560"/>
            <a:ext cx="219456" cy="219456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10421" y="2194560"/>
            <a:ext cx="219456" cy="219456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03029" y="2194560"/>
            <a:ext cx="219456" cy="219456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87077" y="2176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5색 모두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32597" y="2651760"/>
            <a:ext cx="29361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발사기 3개를 같은 색으로 막기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파랑 + 빨강으로 절벽 뛰기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떨어지며 물방울 · 정지 +1 줍기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통로 · 공중 물방울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32597" y="4206240"/>
            <a:ext cx="2936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물방울 10 · 별 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48920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스테이지는 레벨 툴로 직접 제작. 스테이지 3 은 정석 풀이로 별 3 · 정화 100% 를 확인 (물리 시뮬레이션)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개발 현황과 앞으로 필요한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4일 (2026-10-19 ~ 22)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24128" y="1965960"/>
            <a:ext cx="0" cy="3291840"/>
          </a:xfrm>
          <a:prstGeom prst="line">
            <a:avLst/>
          </a:prstGeom>
          <a:noFill/>
          <a:ln w="25400">
            <a:solidFill>
              <a:srgbClr val="D8C8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87452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18288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10-19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18288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마리 버전: 자동 달리기 · 선 물리 · 완전 정지 · 색 3종 · 레벨 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78892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5880" y="27432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10-20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057400" y="27432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물방울 무리 방식으로 전환: 떨어지는 선 · 빨아들이기 · 5색 · 대열 · 정화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70332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25880" y="36576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10-21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657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툴 확장 · UI 글자 툴 · 비탈 규칙 · 일시 정지 · 스테이지 1·2 제작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617720"/>
            <a:ext cx="219456" cy="219456"/>
          </a:xfrm>
          <a:prstGeom prst="ellipse">
            <a:avLst/>
          </a:prstGeom>
          <a:solidFill>
            <a:srgbClr val="1F6FE0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325880" y="45720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10-22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57400" y="45720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발사기(색 투사체) · 세운 빨강 · 스테이지 3 제작 · 플레이 테스트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92240" y="1234440"/>
            <a:ext cx="5150815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9050">
            <a:solidFill>
              <a:srgbClr val="1F6F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371600"/>
            <a:ext cx="4602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인력 (가안)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766560" y="1783080"/>
            <a:ext cx="329184" cy="329184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6656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1801368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레벨</a:t>
            </a:r>
            <a:pPr indent="0" marL="0">
              <a:buNone/>
            </a:pPr>
            <a:r>
              <a:rPr lang="en-US" sz="11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퍼즐 스테이지 설계를 겸함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766560" y="2286000"/>
            <a:ext cx="329184" cy="329184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2286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223760" y="2304288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pPr indent="0" marL="0">
              <a:buNone/>
            </a:pPr>
            <a:r>
              <a:rPr lang="en-US" sz="11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물리 · 무리 이동 · 레벨 툴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66560" y="2788920"/>
            <a:ext cx="329184" cy="329184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2807208"/>
            <a:ext cx="41449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 · UI</a:t>
            </a:r>
            <a:pPr indent="0" marL="0">
              <a:buNone/>
            </a:pPr>
            <a:r>
              <a:rPr lang="en-US" sz="11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손그림 아트 · 연출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3611880"/>
            <a:ext cx="5150815" cy="2194560"/>
          </a:xfrm>
          <a:prstGeom prst="roundRect">
            <a:avLst>
              <a:gd name="adj" fmla="val 3333"/>
            </a:avLst>
          </a:prstGeom>
          <a:solidFill>
            <a:srgbClr val="FAF6EC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766560" y="3749040"/>
            <a:ext cx="4602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A6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스테이지 · 장치 늘리기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4114800"/>
            <a:ext cx="46021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레벨 툴로 스테이지를 늘리고, 색 조합 퍼즐을 다양하게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장치 검토: 체크포인트 · 새 프랍 · 색 투사체 변형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데모는 1인 기획·검수 + Claude Code 구현으로 제작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29260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이제 직접 보여 드릴게요</a:t>
            </a:r>
            <a:endParaRPr lang="en-US" sz="2800" dirty="0"/>
          </a:p>
        </p:txBody>
      </p:sp>
      <p:pic>
        <p:nvPicPr>
          <p:cNvPr id="3" name="Image 0" descr="D:\stopsketch\데모제출\2_대표이미지\06_줄지어_튕겨올라_공중물방울_깨우기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8015" y="1234440"/>
            <a:ext cx="6035040" cy="339471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08015" y="1234440"/>
            <a:ext cx="6035040" cy="3394710"/>
          </a:xfrm>
          <a:prstGeom prst="rect">
            <a:avLst/>
          </a:prstGeom>
          <a:ln w="12700">
            <a:solidFill>
              <a:srgbClr val="D8C8A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시연에서 볼 것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75564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멈추고 그리기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1488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스페이스로 시간을 멈추고, 색을 골라 길을 그린다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84048" cy="384048"/>
          </a:xfrm>
          <a:prstGeom prst="ellipse">
            <a:avLst/>
          </a:prstGeom>
          <a:solidFill>
            <a:srgbClr val="E0312B"/>
          </a:solidFill>
          <a:ln w="12700">
            <a:solidFill>
              <a:srgbClr val="E031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5292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선이 떨어진다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2461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재생하면 그린 선이 떨어져 걸쳐지고, 색마다 튕기고 · 빨라지고 · 떠오른다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384048" cy="384048"/>
          </a:xfrm>
          <a:prstGeom prst="ellipse">
            <a:avLst/>
          </a:prstGeom>
          <a:solidFill>
            <a:srgbClr val="1FA655"/>
          </a:solidFill>
          <a:ln w="12700">
            <a:solidFill>
              <a:srgbClr val="1FA6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9502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2118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무리가 따라온다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3434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1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물방울들이 줄지어 함께 움직이고, 검은 잉크병이 맑아진다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51206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8C8A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512064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6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실행: HTML 한 파일 (Chrome) · 설치 없음      조작: 드래그 그리기 · 스페이스 정지 · 우클릭 빨아들이기 · 1~5 물감 · 휠 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6B57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스톱 앤 스케치 (가제) 신규 개발 제안</dc:title>
  <dc:subject>PptxGenJS Presentation</dc:subject>
  <dc:creator>PptxGenJS</dc:creator>
  <cp:lastModifiedBy>PptxGenJS</cp:lastModifiedBy>
  <cp:revision>1</cp:revision>
  <dcterms:created xsi:type="dcterms:W3CDTF">2026-10-22T05:47:50Z</dcterms:created>
  <dcterms:modified xsi:type="dcterms:W3CDTF">2026-10-22T05:47:50Z</dcterms:modified>
</cp:coreProperties>
</file>