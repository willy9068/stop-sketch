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949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스톱 앤 스케치 (가제) · 신규 개발 제안</a:t>
            </a:r>
            <a:endParaRPr lang="en-US" sz="9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188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개발 제안 · HTML5 플레이어블 데모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스톱 앤 스케치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Stop &amp; Sketch (가제)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004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그리고,</a:t>
            </a:r>
            <a:endParaRPr lang="en-US" sz="2200" dirty="0"/>
          </a:p>
          <a:p>
            <a:pPr marL="0" indent="0">
              <a:buNone/>
            </a:pPr>
            <a:r>
              <a:rPr lang="en-US" sz="22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모두 데려가자.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그리기 퍼즐 액션 · 물방울 무리 이끌기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데모 스테이지 3개 · 2026-10-23</a:t>
            </a:r>
            <a:endParaRPr lang="en-US" sz="12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69DB60E-12B2-4C62-9399-DFA58508D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73" y="1129805"/>
            <a:ext cx="7339718" cy="4127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개요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984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CONCEPT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544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시간을 멈추고 색 물감으로 길을 그려, 스스로 걷는 물방울 무리를 검은 잉크병까지 데려간다.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955448"/>
              </p:ext>
            </p:extLst>
          </p:nvPr>
        </p:nvGraphicFramePr>
        <p:xfrm>
          <a:off x="222687" y="2286000"/>
          <a:ext cx="5593742" cy="2792896"/>
        </p:xfrm>
        <a:graphic>
          <a:graphicData uri="http://schemas.openxmlformats.org/drawingml/2006/table">
            <a:tbl>
              <a:tblPr/>
              <a:tblGrid>
                <a:gridCol w="1017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6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그리기 퍼즐 액션 (2D 횡스크롤)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플레이어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그림으로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길을 만든다.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스스로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걷고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벽에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도달하면 뒤로 돈다</a:t>
                      </a:r>
                      <a:r>
                        <a:rPr lang="en-US" altLang="ko-KR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주인공이 깨운 작은 물방울들을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최대한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많이</a:t>
                      </a:r>
                      <a:endParaRPr lang="en-US" sz="1200" dirty="0">
                        <a:solidFill>
                          <a:srgbClr val="2B2118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잉크병에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데려가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정화한다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68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드래그 =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스페이스 = 시간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정지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우클릭 = 선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빨아들이기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/ 1~5 = 물감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1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웹 (HTML 한 파일, 설치 </a:t>
                      </a:r>
                      <a:r>
                        <a:rPr lang="en-US" sz="12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r>
                        <a:rPr lang="en-US" sz="12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004357" y="5669280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 err="1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</a:t>
            </a: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멈추고(파란 테두리) </a:t>
            </a:r>
            <a:r>
              <a:rPr lang="ko-KR" alt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선을 그리는 장면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73A5EB9-7ED5-4B98-902B-E5076AEC1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357" y="2286000"/>
            <a:ext cx="5964956" cy="33280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레퍼런스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게임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679667"/>
              </p:ext>
            </p:extLst>
          </p:nvPr>
        </p:nvGraphicFramePr>
        <p:xfrm>
          <a:off x="548640" y="1234440"/>
          <a:ext cx="11091672" cy="3054096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커비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슈퍼 레인보우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(Wii, 2015)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Lineguard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(웹, 2026 공개)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맥스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앤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</a:t>
                      </a:r>
                      <a:r>
                        <a:rPr lang="en-US" sz="1100" b="1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매직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마커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(PC, 2010)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스톱 앤 스케치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달리기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조종 1명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이동 </a:t>
                      </a:r>
                      <a:r>
                        <a:rPr lang="en-US" altLang="ko-KR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 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(주인공 + 따라오는 물방울)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동안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그리는 동안 느려짐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멈춤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(횟수 제한 없음)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완전히 멈춤 · 스테이지당 횟수 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선·물감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곧 사라짐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 물리 성질, 몇 초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지속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1종, 그린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물체에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중력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5색 물리 성질 · 떨어지는 물체 · 빨아들여 회수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6F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코인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거리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수집품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검은색 구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</a:t>
                      </a:r>
                      <a:r>
                        <a:rPr lang="en-US" altLang="ko-KR" sz="1100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· </a:t>
                      </a:r>
                      <a:r>
                        <a:rPr lang="ko-KR" alt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물방울 수</a:t>
                      </a:r>
                      <a:r>
                        <a:rPr lang="en-US" sz="1100" b="1" dirty="0">
                          <a:solidFill>
                            <a:srgbClr val="2B21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8A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Shape 1"/>
          <p:cNvSpPr/>
          <p:nvPr/>
        </p:nvSpPr>
        <p:spPr>
          <a:xfrm>
            <a:off x="548640" y="457200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5885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차별성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501091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익숙한 재미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멈출 수 있는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색마다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물리 성질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얹고, 한 마리가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아니라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따라오는</a:t>
            </a: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데려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멈춘 순간 어떤 색을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그릴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곧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물방울들의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운명이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시장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: </a:t>
            </a: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선을 그리고 </a:t>
            </a:r>
            <a:r>
              <a:rPr lang="en-US" sz="2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물리로</a:t>
            </a: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움직이는 게임은 꾸준히 팔렸다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약 130만 장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커비 캔버스 커스 + 후속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 약 72만 · 후속 약 58만 (추정)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66160" y="123444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350만 장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331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Drawn to Life 시리즈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그린 것이 게임 속 물체가 되는 플랫포머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66만 다운로드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Draw a Stickman: EPIC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한 달 (개발사 발표)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66160" y="3474720"/>
            <a:ext cx="2834640" cy="2057400"/>
          </a:xfrm>
          <a:prstGeom prst="roundRect">
            <a:avLst>
              <a:gd name="adj" fmla="val 3556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55.7만 평가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4572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Love Balls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4937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평가 수 · "선을 그리면 물리로"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20840" y="1234440"/>
            <a:ext cx="4922215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</a:rPr>
              <a:t>전략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719072"/>
            <a:ext cx="43735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"그린 대로 움직인다"는 장면은 설명 없이 바로 통하고, 숏폼으로 퍼지기 좋다. 여기에 멈춤 · 색 성질 · 무리를 얹어 짧은 판을 반복하는 PC 캐주얼 퍼즐로 간다.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20840" y="3200400"/>
            <a:ext cx="4922215" cy="2468880"/>
          </a:xfrm>
          <a:prstGeom prst="roundRect">
            <a:avLst>
              <a:gd name="adj" fmla="val 296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9516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3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대응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3685032"/>
            <a:ext cx="43735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성과는 2005~2012년 작품과 닌텐도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IP·모바일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PC·웹 신작(Draw · Inkrunner · Lineguard)은 평가는 좋지만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최근작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들의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약점은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단조로움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</a:t>
            </a:r>
            <a:r>
              <a:rPr lang="en-US" sz="13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스테이지마다</a:t>
            </a: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새</a:t>
            </a:r>
            <a:r>
              <a:rPr lang="ko-KR" alt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로운 색과 장치들을 조합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핵심 재미 네 가지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어디서 멈출까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시간을 완전히 멈출 수 있는 횟수가 정해져 있다.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진행하다 멈춰서 설계하는 전략</a:t>
            </a:r>
            <a:r>
              <a:rPr lang="en-US" altLang="ko-KR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9424" y="160020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9424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색마다 다른 성질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19424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 · 빨강 튕김 · 파랑 가속 · 초록 엘리베이터 · 노랑 지우개. 상황에 맞는 성질을 골라 쓴다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1608" y="160020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61608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1608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그린</a:t>
            </a: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선</a:t>
            </a:r>
            <a:r>
              <a:rPr lang="ko-KR" alt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의 물리 반응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선은 떨어지고 걸쳐진다. "어디에 걸쳐야 버틸까"를 생각하고, 다 쓴 선은 빨아들여 다시 쓴다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075191" y="1325880"/>
            <a:ext cx="2567864" cy="2926080"/>
          </a:xfrm>
          <a:prstGeom prst="roundRect">
            <a:avLst>
              <a:gd name="adj" fmla="val 2849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3791" y="1600200"/>
            <a:ext cx="384048" cy="384048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03791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303791" y="2148840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지키는 긴장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6974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주인공만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도착해도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하지만 많이 데려갈수록 </a:t>
            </a:r>
            <a:r>
              <a:rPr 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잉크병이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맑</a:t>
            </a:r>
            <a:r>
              <a:rPr lang="ko-KR" altLang="en-US" sz="1400" dirty="0" err="1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아지고</a:t>
            </a: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보상이 늘어난다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36219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r>
              <a:rPr lang="en-US" sz="17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멈추고, 색을 골라 그린 길로, </a:t>
            </a:r>
            <a:r>
              <a:rPr lang="en-US" sz="1700" dirty="0" err="1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물방울</a:t>
            </a:r>
            <a:r>
              <a:rPr lang="en-US" sz="17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무리를 최대한 많이 데려간다.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진행 흐름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멈추고 그리기</a:t>
            </a:r>
            <a:endParaRPr lang="en-US" sz="1400" dirty="0"/>
          </a:p>
        </p:txBody>
      </p:sp>
      <p:pic>
        <p:nvPicPr>
          <p:cNvPr id="6" name="Image 0" descr="D:\stopsketch\데모제출\2_대표이미지\01_시간정지_색골라그리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2602154" cy="14637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멈추고 색을 골라 그린다. 재생하면 선이 떨어진다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"어디에 걸칠까"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79394" y="137160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79394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90874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움직이는 무리</a:t>
            </a:r>
            <a:endParaRPr lang="en-US" sz="1400" dirty="0"/>
          </a:p>
        </p:txBody>
      </p:sp>
      <p:pic>
        <p:nvPicPr>
          <p:cNvPr id="14" name="Image 1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9394" y="1828800"/>
            <a:ext cx="2602154" cy="146371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379394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79394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대열이 주인공 발자국을 따라 함께 튕기고, 잠든 물방울을 깨운다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3379394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379394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"다 따라올까"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10148" y="137160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0148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621628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잉크병에 데려가기</a:t>
            </a:r>
            <a:endParaRPr lang="en-US" sz="1400" dirty="0"/>
          </a:p>
        </p:txBody>
      </p:sp>
      <p:pic>
        <p:nvPicPr>
          <p:cNvPr id="22" name="Image 2" descr="D:\stopsketch\데모제출\2_대표이미지\07_검은잉크병_정화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148" y="1828800"/>
            <a:ext cx="2602154" cy="1463712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210148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10148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닿으면 대열이 차례로 뛰어들고 병이 맑아진다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210148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210148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"몇 마리나 왔지"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040901" y="137160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9040901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452381" y="1389888"/>
            <a:ext cx="21906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· 재도전</a:t>
            </a:r>
            <a:endParaRPr lang="en-US" sz="1400" dirty="0"/>
          </a:p>
        </p:txBody>
      </p:sp>
      <p:pic>
        <p:nvPicPr>
          <p:cNvPr id="30" name="Image 3" descr="D:\stopsketch\데모제출\2_대표이미지\08_결과창_별3_정화1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0901" y="1828800"/>
            <a:ext cx="2602154" cy="146371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40901" y="1828800"/>
            <a:ext cx="2602154" cy="1463712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9040901" y="3383952"/>
            <a:ext cx="26021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n/3 과 정화 %. 더 많이, 별 3개를 노려 다시 한다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9040901" y="4161192"/>
            <a:ext cx="2602154" cy="548640"/>
          </a:xfrm>
          <a:prstGeom prst="roundRect">
            <a:avLst>
              <a:gd name="adj" fmla="val 1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40901" y="4161192"/>
            <a:ext cx="26021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6B57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"한 번 더"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줄은 그 단계에서 플레이어가 하는 생각. 스크린샷은 모두 실제 데모 화면 (데모 3 정석 루트).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물감 5색: 색마다 다른 물리 성질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4" name="Image 0" descr="D:\stopsketch\stopsketch\assets\in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162" y="1508760"/>
            <a:ext cx="822960" cy="1097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463040"/>
            <a:ext cx="329184" cy="329184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검정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기본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떨어져 걸쳐지는 다리 · 가시 덮개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813243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0" name="Image 1" descr="D:\stopsketch\stopsketch\assets\in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65" y="1508760"/>
            <a:ext cx="82296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96123" y="146304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96123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996123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312B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빨강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튕김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041843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밟으면 선과 수직으로 튕김. 세워 그리면 옆으로 튕기고 방향이 바뀜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77846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16" name="Image 2" descr="D:\stopsketch\stopsketch\assets\in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4368" y="1508760"/>
            <a:ext cx="822960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260726" y="146304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60726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5260726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파랑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가속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306446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밟는 동안 · 내린 뒤 잠시 빨라짐. 가파른 비탈도 오른다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342449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2" name="Image 3" descr="D:\stopsketch\stopsketch\assets\ink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8971" y="1508760"/>
            <a:ext cx="822960" cy="10972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7525329" y="146304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25329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7525329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A655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초록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떠오름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71049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떨어지지 않고 천천히 떠올라 닿으면 멈춤. 무리를 태우는 엘리베이터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9607052" y="1280160"/>
            <a:ext cx="2036003" cy="3154680"/>
          </a:xfrm>
          <a:prstGeom prst="roundRect">
            <a:avLst>
              <a:gd name="adj" fmla="val 359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pic>
        <p:nvPicPr>
          <p:cNvPr id="28" name="Image 4" descr="D:\stopsketch\stopsketch\assets\ink_yel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3574" y="1508760"/>
            <a:ext cx="822960" cy="109728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9789932" y="1463040"/>
            <a:ext cx="329184" cy="329184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789932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9789932" y="27432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9A00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노랑</a:t>
            </a:r>
            <a:r>
              <a:rPr lang="en-US" sz="1800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  지우기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35652" y="324612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칠한 자리의 결정 막대를 지운다. 길을 막던 벽·우리를 연다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48640" y="46634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822960" y="46634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선은 떨어진다 (초록 제외)   ·   우클릭으로 빨아들이면 잉크를 전부 돌려받는다   ·   시간 정지 중엔 물방울 · 지우개 · 발사기 모두 멈춘다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무리를 데려가는 길: 대열 · 정화 · 장애물</a:t>
            </a:r>
            <a:endParaRPr lang="en-US" sz="2800" dirty="0"/>
          </a:p>
        </p:txBody>
      </p:sp>
      <p:pic>
        <p:nvPicPr>
          <p:cNvPr id="3" name="Image 0" descr="D:\stopsketch\데모제출\2_대표이미지\05_같은색_빨강으로_포탄막고_튕겨나오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852160" cy="32918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234440"/>
            <a:ext cx="5852160" cy="329184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458114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데모 화면 · 빨강 포탄을 같은 색 빨강 삼각형으로 막고, 대열 6마리와 튕겨 나오는 순간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720840" y="1234440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399032"/>
            <a:ext cx="201168" cy="20116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23760" y="132588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0020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깨운 물방울은 주인공 발자국을 따라 줄지어 걷는다. 밀리면 이탈, 다시 닿으면 합류. 발밑이 사라져도 대열에 남아 떨어졌다 복귀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130552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03720" y="2295144"/>
            <a:ext cx="201168" cy="201168"/>
          </a:xfrm>
          <a:prstGeom prst="ellipse">
            <a:avLst/>
          </a:prstGeom>
          <a:solidFill>
            <a:srgbClr val="7FC8DC"/>
          </a:solidFill>
          <a:ln w="12700">
            <a:solidFill>
              <a:srgbClr val="7FC8D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223760" y="2221992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4963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주인공이 검은 잉크병에 닿으면 클리어. 데려간 비율만큼 병이 맑아진다 (정화 %)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20840" y="3026664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3191256"/>
            <a:ext cx="201168" cy="20116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23760" y="3118104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392424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투사체는 같은 색 선으로만 막힌다. 주인공이 맞으면 실패, 작은 물방울은 잃는다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720840" y="3922776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903720" y="4087368"/>
            <a:ext cx="201168" cy="20116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23760" y="4014216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· 틈 · 결정 막대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288536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선으로 덮고, 다리를 놓고, 노랑으로 지운다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720840" y="4818888"/>
            <a:ext cx="4922215" cy="786384"/>
          </a:xfrm>
          <a:prstGeom prst="roundRect">
            <a:avLst>
              <a:gd name="adj" fmla="val 9302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03720" y="4983480"/>
            <a:ext cx="201168" cy="201168"/>
          </a:xfrm>
          <a:prstGeom prst="ellipse">
            <a:avLst/>
          </a:prstGeom>
          <a:solidFill>
            <a:srgbClr val="7B6B57"/>
          </a:solidFill>
          <a:ln w="12700">
            <a:solidFill>
              <a:srgbClr val="7B6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23760" y="4910328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223760" y="518464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왼쪽에서 문지르며 따라온다. 멈추면 지우개도 멈춘다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데모 스테이지 3개: 색과 장치를 하나씩 늘린다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92224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빨강 · 파랑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다리로 틈 건너기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빨강으로 튕겨 벽 넘기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가시 구덩이를 선으로 덮기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파랑으로 가파른 비탈 오르기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7778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2777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30698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27778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20386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994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97042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· 초록 · 노랑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627778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 엘리베이터로 구덩이 탈출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노랑으로 결정 막대 지우기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U자 초록 컵으로 공중 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되돌아오지 못하게 막는 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27778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6 · 별 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58277" y="1280160"/>
            <a:ext cx="3484778" cy="3429000"/>
          </a:xfrm>
          <a:prstGeom prst="roundRect">
            <a:avLst>
              <a:gd name="adj" fmla="val 21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32597" y="1554480"/>
            <a:ext cx="384048" cy="384048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32597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935517" y="1554480"/>
            <a:ext cx="24789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스테이지 3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8432597" y="2194560"/>
            <a:ext cx="219456" cy="219456"/>
          </a:xfrm>
          <a:prstGeom prst="ellipse">
            <a:avLst/>
          </a:prstGeom>
          <a:solidFill>
            <a:srgbClr val="2B2118"/>
          </a:solidFill>
          <a:ln w="12700">
            <a:solidFill>
              <a:srgbClr val="2B211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25205" y="2194560"/>
            <a:ext cx="219456" cy="219456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7813" y="2194560"/>
            <a:ext cx="219456" cy="219456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10421" y="2194560"/>
            <a:ext cx="219456" cy="219456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03029" y="2194560"/>
            <a:ext cx="219456" cy="219456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987077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5색 모두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597" y="2651760"/>
            <a:ext cx="29361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 3개를 같은 색으로 막기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+ 빨강으로 절벽 뛰기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떨어지며 물방울 · 정지 +1 줍기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통로 · 공중 물방울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432597" y="420624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물방울 10 · 별 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892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스테이지는 레벨 툴로 직접 제작. 스테이지 3 은 정석 풀이로 별 3 · 정화 100% 를 확인 (물리 시뮬레이션)</a:t>
            </a:r>
            <a:endParaRPr lang="en-US" sz="10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개발 현황과 앞으로 필요한 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669280" cy="4572000"/>
          </a:xfrm>
          <a:prstGeom prst="roundRect">
            <a:avLst>
              <a:gd name="adj" fmla="val 1600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4일 (2026-10-19 ~ 22)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24128" y="1965960"/>
            <a:ext cx="0" cy="3291840"/>
          </a:xfrm>
          <a:prstGeom prst="line">
            <a:avLst/>
          </a:prstGeom>
          <a:noFill/>
          <a:ln w="25400">
            <a:solidFill>
              <a:srgbClr val="D8C8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8288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10-19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828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 버전: 자동 달리기 · 선 물리 · 완전 정지 · 색 3종 · 레벨 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7889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25880" y="27432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743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 무리 방식으로 전환: 떨어지는 선 · 빨아들이기 · 5색 · 대열 · 정화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70332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3657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3657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 확장 · UI 글자 툴 · 비탈 규칙 · 일시 정지 · 스테이지 1·2 제작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" cy="219456"/>
          </a:xfrm>
          <a:prstGeom prst="ellipse">
            <a:avLst/>
          </a:prstGeom>
          <a:solidFill>
            <a:srgbClr val="1F6FE0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25880" y="45720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10-22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45720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발사기(색 투사체) · 세운 빨강 · 스테이지 3 제작 · 플레이 테스트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1234440"/>
            <a:ext cx="5150815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9050">
            <a:solidFill>
              <a:srgbClr val="1F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137160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인력 (가안)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80136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레벨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퍼즐 스테이지 설계를 겸함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766560" y="2286000"/>
            <a:ext cx="329184" cy="329184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230428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클라이언트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물리 · 무리 이동 · 레벨 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2807208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· UI</a:t>
            </a:r>
            <a:r>
              <a:rPr lang="en-US" sz="11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손그림 아트 · 연출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5150815" cy="2194560"/>
          </a:xfrm>
          <a:prstGeom prst="roundRect">
            <a:avLst>
              <a:gd name="adj" fmla="val 3333"/>
            </a:avLst>
          </a:prstGeom>
          <a:solidFill>
            <a:srgbClr val="FAF6EC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A6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스테이지 · 장치 늘리기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114800"/>
            <a:ext cx="46021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레벨 툴로 스테이지를 늘리고, 색 조합 퍼즐을 다양하게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장치 검토: 체크포인트 · 새 프랍 · 색 투사체 변형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데모는 1인 기획·검수 + Claude Code 구현으로 제작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이제 직접 보여 드릴게요</a:t>
            </a:r>
            <a:endParaRPr lang="en-US" sz="2800" dirty="0"/>
          </a:p>
        </p:txBody>
      </p:sp>
      <p:pic>
        <p:nvPicPr>
          <p:cNvPr id="3" name="Image 0" descr="D:\stopsketch\데모제출\2_대표이미지\06_줄지어_튕겨올라_공중물방울_깨우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1234440"/>
            <a:ext cx="6035040" cy="33947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08015" y="1234440"/>
            <a:ext cx="6035040" cy="3394710"/>
          </a:xfrm>
          <a:prstGeom prst="rect">
            <a:avLst/>
          </a:prstGeom>
          <a:ln w="12700">
            <a:solidFill>
              <a:srgbClr val="D8C8A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2801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6F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시연에서 볼 것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1F6FE0"/>
          </a:solidFill>
          <a:ln w="12700">
            <a:solidFill>
              <a:srgbClr val="1F6F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75564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멈추고 그리기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214884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스페이스로 시간을 멈추고, 색을 골라 길을 그린다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285292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선이 떨어진다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324612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그린 선이 떨어져 걸쳐지고, 색마다 튕기고 · 빨라지고 · 떠오른다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1FA655"/>
          </a:solidFill>
          <a:ln w="12700">
            <a:solidFill>
              <a:srgbClr val="1FA65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395020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B2118"/>
                </a:solidFill>
                <a:latin typeface="Batang" pitchFamily="34" charset="0"/>
                <a:ea typeface="Batang" pitchFamily="34" charset="-122"/>
                <a:cs typeface="Batang" pitchFamily="34" charset="-120"/>
              </a:rPr>
              <a:t>무리가 따라온다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434340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B21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물방울들이 줄지어 함께 움직이고, 검은 잉크병이 맑아진다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8C8A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1206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B6B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실행: HTML 한 파일 (Chrome) · 설치 없음      조작: 드래그 그리기 · 스페이스 정지 · 우클릭 빨아들이기 · 1~5 물감 · 휠 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B6B57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atang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1222</Words>
  <Application>Microsoft Office PowerPoint</Application>
  <PresentationFormat>와이드스크린</PresentationFormat>
  <Paragraphs>213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Malgun Gothic</vt:lpstr>
      <vt:lpstr>Malgun Gothic</vt:lpstr>
      <vt:lpstr>Batang</vt:lpstr>
      <vt:lpstr>Arial</vt:lpstr>
      <vt:lpstr>Office Theme</vt:lpstr>
      <vt:lpstr>PowerPoint 프레젠테이션</vt:lpstr>
      <vt:lpstr>개요</vt:lpstr>
      <vt:lpstr>레퍼런스 게임</vt:lpstr>
      <vt:lpstr>시장 : 선을 그리고 물리로 움직이는 게임은 꾸준히 팔렸다</vt:lpstr>
      <vt:lpstr>핵심 재미 네 가지</vt:lpstr>
      <vt:lpstr>진행 흐름</vt:lpstr>
      <vt:lpstr>물감 5색: 색마다 다른 물리 성질</vt:lpstr>
      <vt:lpstr>무리를 데려가는 길: 대열 · 정화 · 장애물</vt:lpstr>
      <vt:lpstr>데모 스테이지 3개: 색과 장치를 하나씩 늘린다</vt:lpstr>
      <vt:lpstr>개발 현황과 앞으로 필요한 것</vt:lpstr>
      <vt:lpstr>이제 직접 보여 드릴게요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스톱 앤 스케치 (가제) 신규 개발 제안</dc:title>
  <dc:subject>PptxGenJS Presentation</dc:subject>
  <dc:creator>PptxGenJS</dc:creator>
  <cp:lastModifiedBy>Gravity</cp:lastModifiedBy>
  <cp:revision>12</cp:revision>
  <dcterms:created xsi:type="dcterms:W3CDTF">2026-10-22T05:47:50Z</dcterms:created>
  <dcterms:modified xsi:type="dcterms:W3CDTF">2026-10-23T00:56:41Z</dcterms:modified>
</cp:coreProperties>
</file>